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914400"/>
            <a:ext cx="3291840" cy="329184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LA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Inteligencia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Turing a ChatGPT  </a:t>
            </a:r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1950 –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4069080"/>
            <a:ext cx="6400800" cy="228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Orígenes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 – 1969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155448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54864" cy="1554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216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16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de Turing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publica "Computing Machinery and Intelligence" y propone el famoso test: ¿puede una máquina hacerse pasar por humano en una conversación?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23360" cy="155448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54864" cy="155448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121615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Conferencia de Dartmouth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58191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acuña el término "Inteligencia Artificial". Marvin Minsky, Claude Shannon y 8 científicos más se reúnen. Nace la IA como campo.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80360"/>
            <a:ext cx="4023360" cy="155448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880360"/>
            <a:ext cx="54864" cy="155448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9535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1964–69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ELIZA y Perceptrón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3192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Weizenbaum crea ELIZA, el primer chatbot. Frank Rosenblatt inventa el Perceptrón, base de las redes neuronales modernas.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4023360" cy="155448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0360"/>
            <a:ext cx="54864" cy="1554480"/>
          </a:xfrm>
          <a:prstGeom prst="rect">
            <a:avLst/>
          </a:prstGeom>
          <a:solidFill>
            <a:srgbClr val="FF15D0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295351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1969–74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2953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Primer Invierno IA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319272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limitaciones del Perceptrón y las expectativas infladas llevan a recortes masivos de financiación. La IA entra en hibernación.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Sistemas Expertos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Renacimiento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– 2010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54864" cy="13716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490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1980–87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Sistemas Expertos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R1/XCON de DEC ahorra $40M/año. Japón lanza el proyecto "Quinta Generación". La IA vuelve a despegar con aplicaciones prácticas.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371600"/>
          </a:xfrm>
          <a:prstGeom prst="rect">
            <a:avLst/>
          </a:prstGeom>
          <a:solidFill>
            <a:srgbClr val="FF15D0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1490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1987–93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90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Segundo Invierno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de máquinas Lisp y fin del proyecto japonés. La IA vuelve a perder financiación. Pero la investigación continúa en silencio.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17520"/>
            <a:ext cx="54864" cy="13716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090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Blue vence a Kasparov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supercomputadora de IBM derrota al campeón mundial de ajedrez. La IA demuestra que puede superar al humano en tareas complejas.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3090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Big Data &amp; GPU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explosión de datos de internet + las GPUs de NVIDIA crean el caldo de cultivo perfecto para el deep learning que estaba por venir.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Revolución del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– 2020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17320"/>
            <a:ext cx="54864" cy="13716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490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ImageNet · AlexNet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Krizhevsky entrena una red neuronal con GPUs y arrasa en ImageNet. El deep learning se convierte en mainstream. Nace la visión artificial moderna.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1371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7726680" y="14904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904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AlphaGo vence a Lee Sedol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18562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DeepMind crea una IA que derrota al mejor jugador de Go del mundo. Un juego más complejo que el ajedrez. La jugada 37 se vuelve legendaria.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175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017520"/>
            <a:ext cx="54864" cy="1371600"/>
          </a:xfrm>
          <a:prstGeom prst="rect">
            <a:avLst/>
          </a:prstGeom>
          <a:solidFill>
            <a:srgbClr val="FFB8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090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Transformers · Attention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publica "Attention Is All You Need". La arquitectura Transformer revoluciona el procesamiento del lenguaje. Es la base de TODO lo que vino después.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23360" cy="137160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54864" cy="1371600"/>
          </a:xfrm>
          <a:prstGeom prst="rect">
            <a:avLst/>
          </a:prstGeom>
          <a:solidFill>
            <a:srgbClr val="FF15D0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30906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0906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GPT-3 · DALL·E · CLIP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456432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lanza GPT-3 con 175B parámetros. Nacen los modelos generativos: texto, imágenes, código. La IA generativa explota en capabilities.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Explosión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IA Generativa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0" cy="292608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1554480"/>
            <a:ext cx="164592" cy="164592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63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2022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millones de usuarios en 2 meses. La app de consumo más rápida de la historia.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4984" y="228600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1945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2023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GPT-4 · LLaMA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lanza GPT-4 multimodal. Meta libera LLaMA. Nace el open-source LLM.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14984" y="3017520"/>
            <a:ext cx="164592" cy="164592"/>
          </a:xfrm>
          <a:prstGeom prst="ellipse">
            <a:avLst/>
          </a:prstGeom>
          <a:solidFill>
            <a:srgbClr val="FFB800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26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Ecosistema explosivo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Gemini, Mistral. Stable Diffusion 3, Sora (video), Suno (música). Agentes autónomos.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14984" y="3749040"/>
            <a:ext cx="164592" cy="164592"/>
          </a:xfrm>
          <a:prstGeom prst="ellipse">
            <a:avLst/>
          </a:prstGeom>
          <a:solidFill>
            <a:srgbClr val="FF15D0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36576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Agentes · Razonamiento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razonan, usan herramientas, escriben código. DeepSeek-V3, Claude Opus, o3. La AGI se acerca.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IA en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Números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256032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175B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Parámetros GPT-3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que lo cambió todo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256032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9184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Usuarios ChatGPT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solo 2 meses tras su lanzamiento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560320" cy="23774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$200B+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12648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Inversión en 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Google, Meta, Amazon en 2024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3657600"/>
          </a:xfrm>
          <a:prstGeom prst="ellipse">
            <a:avLst/>
          </a:prstGeom>
          <a:solidFill>
            <a:srgbClr val="FF15D0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000" kern="0" dirty="0">
                <a:solidFill>
                  <a:srgbClr val="FF15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FUTURO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viene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ahora?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3017520"/>
            <a:ext cx="4023360" cy="7772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30175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090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AGI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General. Sistemas que razonan, aprenden y resuelven cualquier tarea intelectual humana.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3017520"/>
            <a:ext cx="4023360" cy="7772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30175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30175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3090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Agentes Autónomos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usa herramientas, navega la web, escribe y ejecuta código sin supervisión humana constante.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3931920"/>
            <a:ext cx="4023360" cy="7772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9319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+ Ciencia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fármacos, plegamiento de proteínas, nuevos materiales. La IA acelerando la ciencia.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3931920"/>
            <a:ext cx="4023360" cy="777240"/>
          </a:xfrm>
          <a:prstGeom prst="rect">
            <a:avLst/>
          </a:prstGeom>
          <a:solidFill>
            <a:srgbClr val="14141F"/>
          </a:solidFill>
          <a:ln/>
          <a:effectLst>
            <a:outerShdw sx="100000" sy="100000" kx="0" ky="0" algn="bl" rotWithShape="0" blurRad="50800" dist="1905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931920"/>
            <a:ext cx="54864" cy="7772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931920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4005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Ubicua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dispositivo, cada app, cada interacción. Tan invisible y esencial como la electricidad.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esto es solo el principio.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OS · J.A.R.V.I.S.  ·  Historia de la IA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" y="4681728"/>
            <a:ext cx="8321040" cy="0"/>
          </a:xfrm>
          <a:prstGeom prst="line">
            <a:avLst/>
          </a:prstGeom>
          <a:noFill/>
          <a:ln w="6350">
            <a:solidFill>
              <a:srgbClr val="50506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de la Inteligencia Artificial</dc:title>
  <dc:subject>PptxGenJS Presentation</dc:subject>
  <dc:creator>David OS · J.A.R.V.I.S.</dc:creator>
  <cp:lastModifiedBy>David OS · J.A.R.V.I.S.</cp:lastModifiedBy>
  <cp:revision>1</cp:revision>
  <dcterms:created xsi:type="dcterms:W3CDTF">2026-05-20T19:24:57Z</dcterms:created>
  <dcterms:modified xsi:type="dcterms:W3CDTF">2026-05-20T19:24:57Z</dcterms:modified>
</cp:coreProperties>
</file>